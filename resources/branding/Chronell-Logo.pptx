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BCD"/>
    <a:srgbClr val="78B8FD"/>
    <a:srgbClr val="4156D4"/>
    <a:srgbClr val="7C6FE1"/>
    <a:srgbClr val="5356D4"/>
    <a:srgbClr val="424CD0"/>
    <a:srgbClr val="4F76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>
        <p:scale>
          <a:sx n="100" d="100"/>
          <a:sy n="100" d="100"/>
        </p:scale>
        <p:origin x="1692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261624-F3B4-89CD-A4ED-B70DE0607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C44C73-0748-0B64-768E-EF78CA333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1A97F7-ABD2-DF09-3A69-EBA2D7C3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13372-5625-4A41-B2D5-713D1545172E}" type="datetimeFigureOut">
              <a:rPr lang="de-AT" smtClean="0"/>
              <a:t>18.05.2026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E2E35C-84FB-C92C-5366-6F25F0FA5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DB3B6B-BF08-269A-41C8-3136C2E5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B168-6D95-416B-A163-3C585F07D86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00625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C4952C-4028-396B-23D4-8F1E7C7E1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83052A-34AE-0C0F-2BC7-90B29BFC2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9E43A9-22DA-E86A-5F3B-818AB4CD1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13372-5625-4A41-B2D5-713D1545172E}" type="datetimeFigureOut">
              <a:rPr lang="de-AT" smtClean="0"/>
              <a:t>18.05.2026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F2BBF0-A04B-9001-0FEF-B4B77CCE7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E79513-910F-93CD-672C-611913D7B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B168-6D95-416B-A163-3C585F07D86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86806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63F67F-3019-038D-0A77-04857CDC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9DA706-AB3A-BB0F-EBA0-6EC7D533E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C22FFF-AA4E-2695-B4E1-F972A91D9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13372-5625-4A41-B2D5-713D1545172E}" type="datetimeFigureOut">
              <a:rPr lang="de-AT" smtClean="0"/>
              <a:t>18.05.2026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2D2813-2C8D-3F90-350A-94A7CB182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9581D7-8AD9-0764-082A-5A36EC0CD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B168-6D95-416B-A163-3C585F07D86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01120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F8E20F-5B5A-10FE-AC31-05CF3D5C1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CF1DEC-8E77-F6F7-7DA3-DAF401B84B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47C2EAF-D1E0-5198-5706-C19327A2D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5F16BFF-1F44-AC95-B5AF-7DE9BF5BD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13372-5625-4A41-B2D5-713D1545172E}" type="datetimeFigureOut">
              <a:rPr lang="de-AT" smtClean="0"/>
              <a:t>18.05.2026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5A583F8-A77D-0F43-2703-7D9561D4E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D138ADB-FD72-6EAC-0601-A30758E4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B168-6D95-416B-A163-3C585F07D86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96724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EB3BB6-1708-9A50-A46B-B64A45981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14D3A2-12E1-878F-8662-AA1F398D8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F5AD813-CD2D-82EB-C982-EF9B0F5BE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616B83D-C6A9-7FED-DD36-CAF24F74A9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C48B798-5D7E-EFD1-7D21-89E669E1B1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D4339BF-4D62-E550-19F5-119E1A8A0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13372-5625-4A41-B2D5-713D1545172E}" type="datetimeFigureOut">
              <a:rPr lang="de-AT" smtClean="0"/>
              <a:t>18.05.2026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3FCA76B-164E-9733-0AB8-58EA56C53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307E594-A723-5E3D-3843-169917AF6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B168-6D95-416B-A163-3C585F07D86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25775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66CFF0-9976-AF69-36DC-37242E9C3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F3291B9-D5E5-B20B-A85F-032DB825D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13372-5625-4A41-B2D5-713D1545172E}" type="datetimeFigureOut">
              <a:rPr lang="de-AT" smtClean="0"/>
              <a:t>18.05.2026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877D31C-8594-28B0-DF35-30E0CC29C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1382D9-6B3C-20A3-1ACC-EC020ACB5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B168-6D95-416B-A163-3C585F07D86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37536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86D7DA7-3743-8BDD-1B16-EE4451A3E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13372-5625-4A41-B2D5-713D1545172E}" type="datetimeFigureOut">
              <a:rPr lang="de-AT" smtClean="0"/>
              <a:t>18.05.2026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E550DE3-94AD-0CA2-D5AC-C74D59AE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63A0891-7E9B-4153-6CFF-4225DFB18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B168-6D95-416B-A163-3C585F07D86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08408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94359C-E952-C0AE-E909-E0C6DE29D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82E619-8786-BF4C-D166-69E1EC41A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022EEB5-C7FE-2FF6-BFAA-203AAF992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5462028-0163-09DD-A6A2-66E2D5976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13372-5625-4A41-B2D5-713D1545172E}" type="datetimeFigureOut">
              <a:rPr lang="de-AT" smtClean="0"/>
              <a:t>18.05.2026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FF2C79-003F-3215-7CB2-566C482F0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4858B95-A669-C293-13B5-40F64ECF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B168-6D95-416B-A163-3C585F07D86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28765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20B50E-184C-72F8-60C9-05AFF16F2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4FA1E23-B069-C9C6-C9B8-49BD1969F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44E1D5B-C501-BDC2-5EAC-EE2EE0976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8D3298-B331-2235-00A2-EC27D7F8A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13372-5625-4A41-B2D5-713D1545172E}" type="datetimeFigureOut">
              <a:rPr lang="de-AT" smtClean="0"/>
              <a:t>18.05.2026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8C9CD7-642F-F7BC-7DA2-F203EE2C9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3EFC92E-92EB-ADB9-30DD-A3B6991B2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B168-6D95-416B-A163-3C585F07D86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09611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3488C0-3D36-5663-88C4-503035BDC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A4A37FD-F734-60A4-532D-F6EA3E76D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A0C7B2-C72B-1496-7FFA-087735651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13372-5625-4A41-B2D5-713D1545172E}" type="datetimeFigureOut">
              <a:rPr lang="de-AT" smtClean="0"/>
              <a:t>18.05.2026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58A4CF-B623-9FFE-768B-A2120F366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6F7726-B252-D731-F8A0-C90981D04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B168-6D95-416B-A163-3C585F07D86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97732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6912E68-C082-EDE5-DE35-DE655073A6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CFF2228-B67C-CE38-15F6-64F6E3C494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07001B-AC2B-67EC-FDAD-D4DD98DDA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13372-5625-4A41-B2D5-713D1545172E}" type="datetimeFigureOut">
              <a:rPr lang="de-AT" smtClean="0"/>
              <a:t>18.05.2026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BA4183-6B61-8F55-3D66-788F0523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EFC5A0-3BD6-F381-7814-6097DAC85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B168-6D95-416B-A163-3C585F07D86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08700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DB75FD4-481D-F115-779E-847FB9E51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ACE4D8-C4FB-1C3D-BCE7-33E81AE86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8243CE-E211-5A56-9F27-4B89E69880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613372-5625-4A41-B2D5-713D1545172E}" type="datetimeFigureOut">
              <a:rPr lang="de-AT" smtClean="0"/>
              <a:t>18.05.2026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DE8D55-1D5A-5C70-60FB-F9EA05A9E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9F725A-068E-2152-F623-82B47D1D6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95B168-6D95-416B-A163-3C585F07D86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04354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ihandform: Form 34">
            <a:extLst>
              <a:ext uri="{FF2B5EF4-FFF2-40B4-BE49-F238E27FC236}">
                <a16:creationId xmlns:a16="http://schemas.microsoft.com/office/drawing/2014/main" id="{65E0134F-CAF8-C7B3-2842-158524B2FEE0}"/>
              </a:ext>
            </a:extLst>
          </p:cNvPr>
          <p:cNvSpPr/>
          <p:nvPr/>
        </p:nvSpPr>
        <p:spPr>
          <a:xfrm>
            <a:off x="3943089" y="923956"/>
            <a:ext cx="4305822" cy="4320000"/>
          </a:xfrm>
          <a:custGeom>
            <a:avLst/>
            <a:gdLst>
              <a:gd name="csX0" fmla="*/ 4305822 w 4305822"/>
              <a:gd name="csY0" fmla="*/ 2400681 h 4320000"/>
              <a:gd name="csX1" fmla="*/ 4276117 w 4305822"/>
              <a:gd name="csY1" fmla="*/ 2595315 h 4320000"/>
              <a:gd name="csX2" fmla="*/ 2160000 w 4305822"/>
              <a:gd name="csY2" fmla="*/ 4320000 h 4320000"/>
              <a:gd name="csX3" fmla="*/ 1130416 w 4305822"/>
              <a:gd name="csY3" fmla="*/ 4059300 h 4320000"/>
              <a:gd name="csX4" fmla="*/ 1027305 w 4305822"/>
              <a:gd name="csY4" fmla="*/ 3996659 h 4320000"/>
              <a:gd name="csX5" fmla="*/ 1253017 w 4305822"/>
              <a:gd name="csY5" fmla="*/ 3944871 h 4320000"/>
              <a:gd name="csX6" fmla="*/ 2648375 w 4305822"/>
              <a:gd name="csY6" fmla="*/ 3439656 h 4320000"/>
              <a:gd name="csX7" fmla="*/ 4140915 w 4305822"/>
              <a:gd name="csY7" fmla="*/ 2537858 h 4320000"/>
              <a:gd name="csX8" fmla="*/ 2160000 w 4305822"/>
              <a:gd name="csY8" fmla="*/ 0 h 4320000"/>
              <a:gd name="csX9" fmla="*/ 4230628 w 4305822"/>
              <a:gd name="csY9" fmla="*/ 1543113 h 4320000"/>
              <a:gd name="csX10" fmla="*/ 4247885 w 4305822"/>
              <a:gd name="csY10" fmla="*/ 1612926 h 4320000"/>
              <a:gd name="csX11" fmla="*/ 4230827 w 4305822"/>
              <a:gd name="csY11" fmla="*/ 1633415 h 4320000"/>
              <a:gd name="csX12" fmla="*/ 3591608 w 4305822"/>
              <a:gd name="csY12" fmla="*/ 2192865 h 4320000"/>
              <a:gd name="csX13" fmla="*/ 3461332 w 4305822"/>
              <a:gd name="csY13" fmla="*/ 2282835 h 4320000"/>
              <a:gd name="csX14" fmla="*/ 3467534 w 4305822"/>
              <a:gd name="csY14" fmla="*/ 2160000 h 4320000"/>
              <a:gd name="csX15" fmla="*/ 2160000 w 4305822"/>
              <a:gd name="csY15" fmla="*/ 852466 h 4320000"/>
              <a:gd name="csX16" fmla="*/ 852466 w 4305822"/>
              <a:gd name="csY16" fmla="*/ 2160000 h 4320000"/>
              <a:gd name="csX17" fmla="*/ 1328288 w 4305822"/>
              <a:gd name="csY17" fmla="*/ 3168957 h 4320000"/>
              <a:gd name="csX18" fmla="*/ 1433198 w 4305822"/>
              <a:gd name="csY18" fmla="*/ 3243545 h 4320000"/>
              <a:gd name="csX19" fmla="*/ 1202302 w 4305822"/>
              <a:gd name="csY19" fmla="*/ 3307016 h 4320000"/>
              <a:gd name="csX20" fmla="*/ 553848 w 4305822"/>
              <a:gd name="csY20" fmla="*/ 3424336 h 4320000"/>
              <a:gd name="csX21" fmla="*/ 417140 w 4305822"/>
              <a:gd name="csY21" fmla="*/ 3433457 h 4320000"/>
              <a:gd name="csX22" fmla="*/ 383576 w 4305822"/>
              <a:gd name="csY22" fmla="*/ 3389131 h 4320000"/>
              <a:gd name="csX23" fmla="*/ 0 w 4305822"/>
              <a:gd name="csY23" fmla="*/ 2160000 h 4320000"/>
              <a:gd name="csX24" fmla="*/ 2160000 w 4305822"/>
              <a:gd name="csY24" fmla="*/ 0 h 432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4305822" h="4320000">
                <a:moveTo>
                  <a:pt x="4305822" y="2400681"/>
                </a:moveTo>
                <a:lnTo>
                  <a:pt x="4276117" y="2595315"/>
                </a:lnTo>
                <a:cubicBezTo>
                  <a:pt x="4074705" y="3579591"/>
                  <a:pt x="3203818" y="4320000"/>
                  <a:pt x="2160000" y="4320000"/>
                </a:cubicBezTo>
                <a:cubicBezTo>
                  <a:pt x="1787208" y="4320000"/>
                  <a:pt x="1436474" y="4225560"/>
                  <a:pt x="1130416" y="4059300"/>
                </a:cubicBezTo>
                <a:lnTo>
                  <a:pt x="1027305" y="3996659"/>
                </a:lnTo>
                <a:lnTo>
                  <a:pt x="1253017" y="3944871"/>
                </a:lnTo>
                <a:cubicBezTo>
                  <a:pt x="1686774" y="3835367"/>
                  <a:pt x="2163315" y="3665843"/>
                  <a:pt x="2648375" y="3439656"/>
                </a:cubicBezTo>
                <a:cubicBezTo>
                  <a:pt x="3230446" y="3168231"/>
                  <a:pt x="3742128" y="2853756"/>
                  <a:pt x="4140915" y="2537858"/>
                </a:cubicBezTo>
                <a:close/>
                <a:moveTo>
                  <a:pt x="2160000" y="0"/>
                </a:moveTo>
                <a:cubicBezTo>
                  <a:pt x="3138580" y="0"/>
                  <a:pt x="3965169" y="650751"/>
                  <a:pt x="4230628" y="1543113"/>
                </a:cubicBezTo>
                <a:lnTo>
                  <a:pt x="4247885" y="1612926"/>
                </a:lnTo>
                <a:lnTo>
                  <a:pt x="4230827" y="1633415"/>
                </a:lnTo>
                <a:cubicBezTo>
                  <a:pt x="4067178" y="1815879"/>
                  <a:pt x="3850362" y="2006029"/>
                  <a:pt x="3591608" y="2192865"/>
                </a:cubicBezTo>
                <a:lnTo>
                  <a:pt x="3461332" y="2282835"/>
                </a:lnTo>
                <a:lnTo>
                  <a:pt x="3467534" y="2160000"/>
                </a:lnTo>
                <a:cubicBezTo>
                  <a:pt x="3467534" y="1437869"/>
                  <a:pt x="2882131" y="852466"/>
                  <a:pt x="2160000" y="852466"/>
                </a:cubicBezTo>
                <a:cubicBezTo>
                  <a:pt x="1437869" y="852466"/>
                  <a:pt x="852466" y="1437869"/>
                  <a:pt x="852466" y="2160000"/>
                </a:cubicBezTo>
                <a:cubicBezTo>
                  <a:pt x="852466" y="2566199"/>
                  <a:pt x="1037692" y="2929136"/>
                  <a:pt x="1328288" y="3168957"/>
                </a:cubicBezTo>
                <a:lnTo>
                  <a:pt x="1433198" y="3243545"/>
                </a:lnTo>
                <a:lnTo>
                  <a:pt x="1202302" y="3307016"/>
                </a:lnTo>
                <a:cubicBezTo>
                  <a:pt x="970215" y="3365607"/>
                  <a:pt x="751864" y="3404929"/>
                  <a:pt x="553848" y="3424336"/>
                </a:cubicBezTo>
                <a:lnTo>
                  <a:pt x="417140" y="3433457"/>
                </a:lnTo>
                <a:lnTo>
                  <a:pt x="383576" y="3389131"/>
                </a:lnTo>
                <a:cubicBezTo>
                  <a:pt x="141719" y="3040241"/>
                  <a:pt x="0" y="2616671"/>
                  <a:pt x="0" y="2160000"/>
                </a:cubicBezTo>
                <a:cubicBezTo>
                  <a:pt x="0" y="967065"/>
                  <a:pt x="967065" y="0"/>
                  <a:pt x="2160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78B8FD">
                  <a:lumMod val="100000"/>
                </a:srgbClr>
              </a:gs>
              <a:gs pos="59000">
                <a:srgbClr val="5C81E6"/>
              </a:gs>
              <a:gs pos="71000">
                <a:srgbClr val="424CD0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>
              <a:gradFill>
                <a:gsLst>
                  <a:gs pos="100000">
                    <a:srgbClr val="404BCD"/>
                  </a:gs>
                  <a:gs pos="0">
                    <a:srgbClr val="78B8FD"/>
                  </a:gs>
                </a:gsLst>
                <a:lin ang="5400000" scaled="0"/>
              </a:gradFill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0ECBDBE3-DF76-C5B7-CCE4-080A043CCBA0}"/>
              </a:ext>
            </a:extLst>
          </p:cNvPr>
          <p:cNvSpPr/>
          <p:nvPr/>
        </p:nvSpPr>
        <p:spPr>
          <a:xfrm>
            <a:off x="4733365" y="1721321"/>
            <a:ext cx="2725270" cy="27252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DDFB9C9-3D2B-8498-8794-DB4618BD9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95" y="357099"/>
            <a:ext cx="2649439" cy="2649439"/>
          </a:xfrm>
          <a:prstGeom prst="rect">
            <a:avLst/>
          </a:prstGeom>
        </p:spPr>
      </p:pic>
      <p:sp>
        <p:nvSpPr>
          <p:cNvPr id="9" name="Teilkreis 8">
            <a:extLst>
              <a:ext uri="{FF2B5EF4-FFF2-40B4-BE49-F238E27FC236}">
                <a16:creationId xmlns:a16="http://schemas.microsoft.com/office/drawing/2014/main" id="{27252E0B-7DEA-149E-F558-A9CF79085C17}"/>
              </a:ext>
            </a:extLst>
          </p:cNvPr>
          <p:cNvSpPr/>
          <p:nvPr/>
        </p:nvSpPr>
        <p:spPr>
          <a:xfrm>
            <a:off x="3936000" y="923956"/>
            <a:ext cx="4320000" cy="4320000"/>
          </a:xfrm>
          <a:prstGeom prst="pie">
            <a:avLst>
              <a:gd name="adj1" fmla="val 18153591"/>
              <a:gd name="adj2" fmla="val 347204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582F019-DD1B-1825-F82C-DFCD85C6F6E8}"/>
              </a:ext>
            </a:extLst>
          </p:cNvPr>
          <p:cNvSpPr txBox="1"/>
          <p:nvPr/>
        </p:nvSpPr>
        <p:spPr>
          <a:xfrm>
            <a:off x="3480226" y="5204712"/>
            <a:ext cx="546014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600" dirty="0">
                <a:gradFill>
                  <a:gsLst>
                    <a:gs pos="100000">
                      <a:srgbClr val="404BCD"/>
                    </a:gs>
                    <a:gs pos="0">
                      <a:srgbClr val="78B8FD"/>
                    </a:gs>
                  </a:gsLst>
                  <a:lin ang="5400000" scaled="0"/>
                </a:gradFill>
                <a:latin typeface="Noto Sans ExtraBold" panose="020B0502040504020204" pitchFamily="34" charset="0"/>
                <a:ea typeface="Noto Sans ExtraBold" panose="020B0502040504020204" pitchFamily="34" charset="0"/>
                <a:cs typeface="Noto Sans ExtraBold" panose="020B0502040504020204" pitchFamily="34" charset="0"/>
              </a:rPr>
              <a:t>Chronell</a:t>
            </a:r>
            <a:endParaRPr lang="de-AT" sz="9600" dirty="0">
              <a:gradFill>
                <a:gsLst>
                  <a:gs pos="100000">
                    <a:srgbClr val="404BCD"/>
                  </a:gs>
                  <a:gs pos="0">
                    <a:srgbClr val="78B8FD"/>
                  </a:gs>
                </a:gsLst>
                <a:lin ang="5400000" scaled="0"/>
              </a:gradFill>
              <a:latin typeface="Noto Sans ExtraBold" panose="020B0502040504020204" pitchFamily="34" charset="0"/>
              <a:ea typeface="Noto Sans ExtraBold" panose="020B0502040504020204" pitchFamily="34" charset="0"/>
              <a:cs typeface="Noto Sans ExtraBold" panose="020B0502040504020204" pitchFamily="34" charset="0"/>
            </a:endParaRPr>
          </a:p>
        </p:txBody>
      </p:sp>
      <p:sp>
        <p:nvSpPr>
          <p:cNvPr id="18" name="Zierrahmen 17">
            <a:extLst>
              <a:ext uri="{FF2B5EF4-FFF2-40B4-BE49-F238E27FC236}">
                <a16:creationId xmlns:a16="http://schemas.microsoft.com/office/drawing/2014/main" id="{1B3DE70F-847C-7A17-443E-47828A894C98}"/>
              </a:ext>
            </a:extLst>
          </p:cNvPr>
          <p:cNvSpPr/>
          <p:nvPr/>
        </p:nvSpPr>
        <p:spPr>
          <a:xfrm>
            <a:off x="7411000" y="562665"/>
            <a:ext cx="1446550" cy="1446550"/>
          </a:xfrm>
          <a:prstGeom prst="plaque">
            <a:avLst>
              <a:gd name="adj" fmla="val 50000"/>
            </a:avLst>
          </a:prstGeom>
          <a:gradFill>
            <a:gsLst>
              <a:gs pos="100000">
                <a:srgbClr val="78B8FD"/>
              </a:gs>
              <a:gs pos="0">
                <a:srgbClr val="424CD0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0" name="Freihandform: Form 29">
            <a:extLst>
              <a:ext uri="{FF2B5EF4-FFF2-40B4-BE49-F238E27FC236}">
                <a16:creationId xmlns:a16="http://schemas.microsoft.com/office/drawing/2014/main" id="{F1E3230F-9252-5469-ACA4-2831CDFE3A28}"/>
              </a:ext>
            </a:extLst>
          </p:cNvPr>
          <p:cNvSpPr/>
          <p:nvPr/>
        </p:nvSpPr>
        <p:spPr>
          <a:xfrm rot="20100000">
            <a:off x="2924452" y="2444893"/>
            <a:ext cx="6202067" cy="1923670"/>
          </a:xfrm>
          <a:custGeom>
            <a:avLst/>
            <a:gdLst>
              <a:gd name="csX0" fmla="*/ 6959414 w 7200000"/>
              <a:gd name="csY0" fmla="*/ 436472 h 1902169"/>
              <a:gd name="csX1" fmla="*/ 7038151 w 7200000"/>
              <a:gd name="csY1" fmla="*/ 501010 h 1902169"/>
              <a:gd name="csX2" fmla="*/ 7200000 w 7200000"/>
              <a:gd name="csY2" fmla="*/ 822169 h 1902169"/>
              <a:gd name="csX3" fmla="*/ 3600000 w 7200000"/>
              <a:gd name="csY3" fmla="*/ 1902169 h 1902169"/>
              <a:gd name="csX4" fmla="*/ 0 w 7200000"/>
              <a:gd name="csY4" fmla="*/ 822169 h 1902169"/>
              <a:gd name="csX5" fmla="*/ 1054416 w 7200000"/>
              <a:gd name="csY5" fmla="*/ 58493 h 1902169"/>
              <a:gd name="csX6" fmla="*/ 1268946 w 7200000"/>
              <a:gd name="csY6" fmla="*/ 0 h 1902169"/>
              <a:gd name="csX7" fmla="*/ 1133075 w 7200000"/>
              <a:gd name="csY7" fmla="*/ 54510 h 1902169"/>
              <a:gd name="csX8" fmla="*/ 584795 w 7200000"/>
              <a:gd name="csY8" fmla="*/ 592992 h 1902169"/>
              <a:gd name="csX9" fmla="*/ 3795158 w 7200000"/>
              <a:gd name="csY9" fmla="*/ 1556102 h 1902169"/>
              <a:gd name="csX10" fmla="*/ 7005519 w 7200000"/>
              <a:gd name="csY10" fmla="*/ 592993 h 1902169"/>
              <a:gd name="csX11" fmla="*/ 6988945 w 7200000"/>
              <a:gd name="csY11" fmla="*/ 494521 h 19021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7200000" h="1902169">
                <a:moveTo>
                  <a:pt x="6959414" y="436472"/>
                </a:moveTo>
                <a:lnTo>
                  <a:pt x="7038151" y="501010"/>
                </a:lnTo>
                <a:cubicBezTo>
                  <a:pt x="7143336" y="602464"/>
                  <a:pt x="7199999" y="710331"/>
                  <a:pt x="7200000" y="822169"/>
                </a:cubicBezTo>
                <a:cubicBezTo>
                  <a:pt x="7200000" y="1418637"/>
                  <a:pt x="5588225" y="1902169"/>
                  <a:pt x="3600000" y="1902169"/>
                </a:cubicBezTo>
                <a:cubicBezTo>
                  <a:pt x="1611775" y="1902169"/>
                  <a:pt x="0" y="1418637"/>
                  <a:pt x="0" y="822169"/>
                </a:cubicBezTo>
                <a:cubicBezTo>
                  <a:pt x="0" y="523935"/>
                  <a:pt x="402944" y="253935"/>
                  <a:pt x="1054416" y="58493"/>
                </a:cubicBezTo>
                <a:lnTo>
                  <a:pt x="1268946" y="0"/>
                </a:lnTo>
                <a:lnTo>
                  <a:pt x="1133075" y="54510"/>
                </a:lnTo>
                <a:cubicBezTo>
                  <a:pt x="786920" y="208223"/>
                  <a:pt x="584796" y="393526"/>
                  <a:pt x="584795" y="592992"/>
                </a:cubicBezTo>
                <a:cubicBezTo>
                  <a:pt x="584795" y="1124903"/>
                  <a:pt x="2022123" y="1556101"/>
                  <a:pt x="3795158" y="1556102"/>
                </a:cubicBezTo>
                <a:cubicBezTo>
                  <a:pt x="5568191" y="1556102"/>
                  <a:pt x="7005519" y="1124903"/>
                  <a:pt x="7005519" y="592993"/>
                </a:cubicBezTo>
                <a:cubicBezTo>
                  <a:pt x="7005519" y="559748"/>
                  <a:pt x="6999905" y="526897"/>
                  <a:pt x="6988945" y="494521"/>
                </a:cubicBezTo>
                <a:close/>
              </a:path>
            </a:pathLst>
          </a:custGeom>
          <a:gradFill flip="none" rotWithShape="1">
            <a:gsLst>
              <a:gs pos="0">
                <a:srgbClr val="7C6FE1"/>
              </a:gs>
              <a:gs pos="100000">
                <a:srgbClr val="424CD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034531FD-4FAF-B887-9512-9E9976950AEE}"/>
              </a:ext>
            </a:extLst>
          </p:cNvPr>
          <p:cNvSpPr/>
          <p:nvPr/>
        </p:nvSpPr>
        <p:spPr>
          <a:xfrm>
            <a:off x="2667000" y="0"/>
            <a:ext cx="6858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24240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4AC80-0222-EFD0-A8D7-19B246BDE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AE1A8103-BF50-A0C0-1FD0-F08A4123724B}"/>
              </a:ext>
            </a:extLst>
          </p:cNvPr>
          <p:cNvSpPr/>
          <p:nvPr/>
        </p:nvSpPr>
        <p:spPr>
          <a:xfrm>
            <a:off x="3943090" y="923956"/>
            <a:ext cx="3317449" cy="4320000"/>
          </a:xfrm>
          <a:custGeom>
            <a:avLst/>
            <a:gdLst>
              <a:gd name="csX0" fmla="*/ 2884593 w 3317449"/>
              <a:gd name="csY0" fmla="*/ 3324928 h 4320000"/>
              <a:gd name="csX1" fmla="*/ 3302921 w 3317449"/>
              <a:gd name="csY1" fmla="*/ 3990958 h 4320000"/>
              <a:gd name="csX2" fmla="*/ 3235155 w 3317449"/>
              <a:gd name="csY2" fmla="*/ 4033825 h 4320000"/>
              <a:gd name="csX3" fmla="*/ 2160000 w 3317449"/>
              <a:gd name="csY3" fmla="*/ 4320000 h 4320000"/>
              <a:gd name="csX4" fmla="*/ 1130416 w 3317449"/>
              <a:gd name="csY4" fmla="*/ 4059300 h 4320000"/>
              <a:gd name="csX5" fmla="*/ 1027305 w 3317449"/>
              <a:gd name="csY5" fmla="*/ 3996659 h 4320000"/>
              <a:gd name="csX6" fmla="*/ 1253017 w 3317449"/>
              <a:gd name="csY6" fmla="*/ 3944871 h 4320000"/>
              <a:gd name="csX7" fmla="*/ 2648375 w 3317449"/>
              <a:gd name="csY7" fmla="*/ 3439656 h 4320000"/>
              <a:gd name="csX8" fmla="*/ 2863269 w 3317449"/>
              <a:gd name="csY8" fmla="*/ 3335935 h 4320000"/>
              <a:gd name="csX9" fmla="*/ 2160000 w 3317449"/>
              <a:gd name="csY9" fmla="*/ 0 h 4320000"/>
              <a:gd name="csX10" fmla="*/ 3175206 w 3317449"/>
              <a:gd name="csY10" fmla="*/ 252960 h 4320000"/>
              <a:gd name="csX11" fmla="*/ 3317449 w 3317449"/>
              <a:gd name="csY11" fmla="*/ 336250 h 4320000"/>
              <a:gd name="csX12" fmla="*/ 2885691 w 3317449"/>
              <a:gd name="csY12" fmla="*/ 1012414 h 4320000"/>
              <a:gd name="csX13" fmla="*/ 2802423 w 3317449"/>
              <a:gd name="csY13" fmla="*/ 961828 h 4320000"/>
              <a:gd name="csX14" fmla="*/ 2152910 w 3317449"/>
              <a:gd name="csY14" fmla="*/ 797365 h 4320000"/>
              <a:gd name="csX15" fmla="*/ 790275 w 3317449"/>
              <a:gd name="csY15" fmla="*/ 2160000 h 4320000"/>
              <a:gd name="csX16" fmla="*/ 1286148 w 3317449"/>
              <a:gd name="csY16" fmla="*/ 3211476 h 4320000"/>
              <a:gd name="csX17" fmla="*/ 1357032 w 3317449"/>
              <a:gd name="csY17" fmla="*/ 3264482 h 4320000"/>
              <a:gd name="csX18" fmla="*/ 1202302 w 3317449"/>
              <a:gd name="csY18" fmla="*/ 3307016 h 4320000"/>
              <a:gd name="csX19" fmla="*/ 553848 w 3317449"/>
              <a:gd name="csY19" fmla="*/ 3424336 h 4320000"/>
              <a:gd name="csX20" fmla="*/ 417140 w 3317449"/>
              <a:gd name="csY20" fmla="*/ 3433457 h 4320000"/>
              <a:gd name="csX21" fmla="*/ 383576 w 3317449"/>
              <a:gd name="csY21" fmla="*/ 3389131 h 4320000"/>
              <a:gd name="csX22" fmla="*/ 0 w 3317449"/>
              <a:gd name="csY22" fmla="*/ 2160000 h 4320000"/>
              <a:gd name="csX23" fmla="*/ 2160000 w 3317449"/>
              <a:gd name="csY23" fmla="*/ 0 h 432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317449" h="4320000">
                <a:moveTo>
                  <a:pt x="2884593" y="3324928"/>
                </a:moveTo>
                <a:lnTo>
                  <a:pt x="3302921" y="3990958"/>
                </a:lnTo>
                <a:lnTo>
                  <a:pt x="3235155" y="4033825"/>
                </a:lnTo>
                <a:cubicBezTo>
                  <a:pt x="2918545" y="4215880"/>
                  <a:pt x="2551432" y="4320000"/>
                  <a:pt x="2160000" y="4320000"/>
                </a:cubicBezTo>
                <a:cubicBezTo>
                  <a:pt x="1787208" y="4320000"/>
                  <a:pt x="1436474" y="4225560"/>
                  <a:pt x="1130416" y="4059300"/>
                </a:cubicBezTo>
                <a:lnTo>
                  <a:pt x="1027305" y="3996659"/>
                </a:lnTo>
                <a:lnTo>
                  <a:pt x="1253017" y="3944871"/>
                </a:lnTo>
                <a:cubicBezTo>
                  <a:pt x="1686774" y="3835367"/>
                  <a:pt x="2163315" y="3665843"/>
                  <a:pt x="2648375" y="3439656"/>
                </a:cubicBezTo>
                <a:cubicBezTo>
                  <a:pt x="2721134" y="3405728"/>
                  <a:pt x="2792793" y="3371127"/>
                  <a:pt x="2863269" y="3335935"/>
                </a:cubicBezTo>
                <a:close/>
                <a:moveTo>
                  <a:pt x="2160000" y="0"/>
                </a:moveTo>
                <a:cubicBezTo>
                  <a:pt x="2526968" y="0"/>
                  <a:pt x="2872562" y="91512"/>
                  <a:pt x="3175206" y="252960"/>
                </a:cubicBezTo>
                <a:lnTo>
                  <a:pt x="3317449" y="336250"/>
                </a:lnTo>
                <a:lnTo>
                  <a:pt x="2885691" y="1012414"/>
                </a:lnTo>
                <a:lnTo>
                  <a:pt x="2802423" y="961828"/>
                </a:lnTo>
                <a:cubicBezTo>
                  <a:pt x="2609347" y="856942"/>
                  <a:pt x="2388086" y="797365"/>
                  <a:pt x="2152910" y="797365"/>
                </a:cubicBezTo>
                <a:cubicBezTo>
                  <a:pt x="1400347" y="797365"/>
                  <a:pt x="790275" y="1407437"/>
                  <a:pt x="790275" y="2160000"/>
                </a:cubicBezTo>
                <a:cubicBezTo>
                  <a:pt x="790275" y="2583317"/>
                  <a:pt x="983306" y="2961548"/>
                  <a:pt x="1286148" y="3211476"/>
                </a:cubicBezTo>
                <a:lnTo>
                  <a:pt x="1357032" y="3264482"/>
                </a:lnTo>
                <a:lnTo>
                  <a:pt x="1202302" y="3307016"/>
                </a:lnTo>
                <a:cubicBezTo>
                  <a:pt x="970215" y="3365607"/>
                  <a:pt x="751864" y="3404929"/>
                  <a:pt x="553848" y="3424336"/>
                </a:cubicBezTo>
                <a:lnTo>
                  <a:pt x="417140" y="3433457"/>
                </a:lnTo>
                <a:lnTo>
                  <a:pt x="383576" y="3389131"/>
                </a:lnTo>
                <a:cubicBezTo>
                  <a:pt x="141719" y="3040241"/>
                  <a:pt x="0" y="2616671"/>
                  <a:pt x="0" y="2160000"/>
                </a:cubicBezTo>
                <a:cubicBezTo>
                  <a:pt x="0" y="967065"/>
                  <a:pt x="967065" y="0"/>
                  <a:pt x="2160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78B8FD">
                  <a:lumMod val="100000"/>
                </a:srgbClr>
              </a:gs>
              <a:gs pos="59000">
                <a:srgbClr val="5C81E6"/>
              </a:gs>
              <a:gs pos="71000">
                <a:srgbClr val="424CD0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>
              <a:gradFill>
                <a:gsLst>
                  <a:gs pos="100000">
                    <a:srgbClr val="404BCD"/>
                  </a:gs>
                  <a:gs pos="0">
                    <a:srgbClr val="78B8FD"/>
                  </a:gs>
                </a:gsLst>
                <a:lin ang="5400000" scaled="0"/>
              </a:gra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E2907C0-EEBB-0773-A702-25BD833B1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95" y="357099"/>
            <a:ext cx="2649439" cy="2649439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009D5BC7-0E6E-9DB8-58D7-252E89748D54}"/>
              </a:ext>
            </a:extLst>
          </p:cNvPr>
          <p:cNvSpPr txBox="1"/>
          <p:nvPr/>
        </p:nvSpPr>
        <p:spPr>
          <a:xfrm>
            <a:off x="3480226" y="5204712"/>
            <a:ext cx="546014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600" dirty="0">
                <a:gradFill>
                  <a:gsLst>
                    <a:gs pos="100000">
                      <a:srgbClr val="404BCD"/>
                    </a:gs>
                    <a:gs pos="0">
                      <a:srgbClr val="78B8FD"/>
                    </a:gs>
                  </a:gsLst>
                  <a:lin ang="5400000" scaled="0"/>
                </a:gradFill>
                <a:latin typeface="Noto Sans ExtraBold" panose="020B0502040504020204" pitchFamily="34" charset="0"/>
                <a:ea typeface="Noto Sans ExtraBold" panose="020B0502040504020204" pitchFamily="34" charset="0"/>
                <a:cs typeface="Noto Sans ExtraBold" panose="020B0502040504020204" pitchFamily="34" charset="0"/>
              </a:rPr>
              <a:t>Chronell</a:t>
            </a:r>
            <a:endParaRPr lang="de-AT" sz="9600" dirty="0">
              <a:gradFill>
                <a:gsLst>
                  <a:gs pos="100000">
                    <a:srgbClr val="404BCD"/>
                  </a:gs>
                  <a:gs pos="0">
                    <a:srgbClr val="78B8FD"/>
                  </a:gs>
                </a:gsLst>
                <a:lin ang="5400000" scaled="0"/>
              </a:gradFill>
              <a:latin typeface="Noto Sans ExtraBold" panose="020B0502040504020204" pitchFamily="34" charset="0"/>
              <a:ea typeface="Noto Sans ExtraBold" panose="020B0502040504020204" pitchFamily="34" charset="0"/>
              <a:cs typeface="Noto Sans ExtraBold" panose="020B0502040504020204" pitchFamily="34" charset="0"/>
            </a:endParaRPr>
          </a:p>
        </p:txBody>
      </p:sp>
      <p:sp>
        <p:nvSpPr>
          <p:cNvPr id="18" name="Zierrahmen 17">
            <a:extLst>
              <a:ext uri="{FF2B5EF4-FFF2-40B4-BE49-F238E27FC236}">
                <a16:creationId xmlns:a16="http://schemas.microsoft.com/office/drawing/2014/main" id="{22A6DFA0-BA0A-E4AB-67A3-E324466DF70A}"/>
              </a:ext>
            </a:extLst>
          </p:cNvPr>
          <p:cNvSpPr/>
          <p:nvPr/>
        </p:nvSpPr>
        <p:spPr>
          <a:xfrm>
            <a:off x="7411000" y="562665"/>
            <a:ext cx="1446550" cy="1446550"/>
          </a:xfrm>
          <a:prstGeom prst="plaque">
            <a:avLst>
              <a:gd name="adj" fmla="val 50000"/>
            </a:avLst>
          </a:prstGeom>
          <a:gradFill>
            <a:gsLst>
              <a:gs pos="100000">
                <a:srgbClr val="78B8FD"/>
              </a:gs>
              <a:gs pos="0">
                <a:srgbClr val="424CD0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0" name="Freihandform: Form 29">
            <a:extLst>
              <a:ext uri="{FF2B5EF4-FFF2-40B4-BE49-F238E27FC236}">
                <a16:creationId xmlns:a16="http://schemas.microsoft.com/office/drawing/2014/main" id="{F8EFFB3B-C8FE-C7F5-27F8-30DE29584E05}"/>
              </a:ext>
            </a:extLst>
          </p:cNvPr>
          <p:cNvSpPr/>
          <p:nvPr/>
        </p:nvSpPr>
        <p:spPr>
          <a:xfrm rot="20100000">
            <a:off x="2924452" y="2444893"/>
            <a:ext cx="6202067" cy="1923670"/>
          </a:xfrm>
          <a:custGeom>
            <a:avLst/>
            <a:gdLst>
              <a:gd name="csX0" fmla="*/ 6959414 w 7200000"/>
              <a:gd name="csY0" fmla="*/ 436472 h 1902169"/>
              <a:gd name="csX1" fmla="*/ 7038151 w 7200000"/>
              <a:gd name="csY1" fmla="*/ 501010 h 1902169"/>
              <a:gd name="csX2" fmla="*/ 7200000 w 7200000"/>
              <a:gd name="csY2" fmla="*/ 822169 h 1902169"/>
              <a:gd name="csX3" fmla="*/ 3600000 w 7200000"/>
              <a:gd name="csY3" fmla="*/ 1902169 h 1902169"/>
              <a:gd name="csX4" fmla="*/ 0 w 7200000"/>
              <a:gd name="csY4" fmla="*/ 822169 h 1902169"/>
              <a:gd name="csX5" fmla="*/ 1054416 w 7200000"/>
              <a:gd name="csY5" fmla="*/ 58493 h 1902169"/>
              <a:gd name="csX6" fmla="*/ 1268946 w 7200000"/>
              <a:gd name="csY6" fmla="*/ 0 h 1902169"/>
              <a:gd name="csX7" fmla="*/ 1133075 w 7200000"/>
              <a:gd name="csY7" fmla="*/ 54510 h 1902169"/>
              <a:gd name="csX8" fmla="*/ 584795 w 7200000"/>
              <a:gd name="csY8" fmla="*/ 592992 h 1902169"/>
              <a:gd name="csX9" fmla="*/ 3795158 w 7200000"/>
              <a:gd name="csY9" fmla="*/ 1556102 h 1902169"/>
              <a:gd name="csX10" fmla="*/ 7005519 w 7200000"/>
              <a:gd name="csY10" fmla="*/ 592993 h 1902169"/>
              <a:gd name="csX11" fmla="*/ 6988945 w 7200000"/>
              <a:gd name="csY11" fmla="*/ 494521 h 19021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7200000" h="1902169">
                <a:moveTo>
                  <a:pt x="6959414" y="436472"/>
                </a:moveTo>
                <a:lnTo>
                  <a:pt x="7038151" y="501010"/>
                </a:lnTo>
                <a:cubicBezTo>
                  <a:pt x="7143336" y="602464"/>
                  <a:pt x="7199999" y="710331"/>
                  <a:pt x="7200000" y="822169"/>
                </a:cubicBezTo>
                <a:cubicBezTo>
                  <a:pt x="7200000" y="1418637"/>
                  <a:pt x="5588225" y="1902169"/>
                  <a:pt x="3600000" y="1902169"/>
                </a:cubicBezTo>
                <a:cubicBezTo>
                  <a:pt x="1611775" y="1902169"/>
                  <a:pt x="0" y="1418637"/>
                  <a:pt x="0" y="822169"/>
                </a:cubicBezTo>
                <a:cubicBezTo>
                  <a:pt x="0" y="523935"/>
                  <a:pt x="402944" y="253935"/>
                  <a:pt x="1054416" y="58493"/>
                </a:cubicBezTo>
                <a:lnTo>
                  <a:pt x="1268946" y="0"/>
                </a:lnTo>
                <a:lnTo>
                  <a:pt x="1133075" y="54510"/>
                </a:lnTo>
                <a:cubicBezTo>
                  <a:pt x="786920" y="208223"/>
                  <a:pt x="584796" y="393526"/>
                  <a:pt x="584795" y="592992"/>
                </a:cubicBezTo>
                <a:cubicBezTo>
                  <a:pt x="584795" y="1124903"/>
                  <a:pt x="2022123" y="1556101"/>
                  <a:pt x="3795158" y="1556102"/>
                </a:cubicBezTo>
                <a:cubicBezTo>
                  <a:pt x="5568191" y="1556102"/>
                  <a:pt x="7005519" y="1124903"/>
                  <a:pt x="7005519" y="592993"/>
                </a:cubicBezTo>
                <a:cubicBezTo>
                  <a:pt x="7005519" y="559748"/>
                  <a:pt x="6999905" y="526897"/>
                  <a:pt x="6988945" y="494521"/>
                </a:cubicBezTo>
                <a:close/>
              </a:path>
            </a:pathLst>
          </a:custGeom>
          <a:gradFill flip="none" rotWithShape="1">
            <a:gsLst>
              <a:gs pos="0">
                <a:srgbClr val="7C6FE1"/>
              </a:gs>
              <a:gs pos="100000">
                <a:srgbClr val="424CD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A090CAC3-C459-A06D-C0AE-E724819F1D06}"/>
              </a:ext>
            </a:extLst>
          </p:cNvPr>
          <p:cNvSpPr/>
          <p:nvPr/>
        </p:nvSpPr>
        <p:spPr>
          <a:xfrm>
            <a:off x="2667000" y="0"/>
            <a:ext cx="6858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17635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905C6-3516-2439-0F02-A551A2596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49D839F3-79FA-EE8F-BA46-F2AE7B9ADFA4}"/>
              </a:ext>
            </a:extLst>
          </p:cNvPr>
          <p:cNvSpPr/>
          <p:nvPr/>
        </p:nvSpPr>
        <p:spPr>
          <a:xfrm>
            <a:off x="3943090" y="1269000"/>
            <a:ext cx="3317449" cy="4320000"/>
          </a:xfrm>
          <a:custGeom>
            <a:avLst/>
            <a:gdLst>
              <a:gd name="csX0" fmla="*/ 2884593 w 3317449"/>
              <a:gd name="csY0" fmla="*/ 3324928 h 4320000"/>
              <a:gd name="csX1" fmla="*/ 3302921 w 3317449"/>
              <a:gd name="csY1" fmla="*/ 3990958 h 4320000"/>
              <a:gd name="csX2" fmla="*/ 3235155 w 3317449"/>
              <a:gd name="csY2" fmla="*/ 4033825 h 4320000"/>
              <a:gd name="csX3" fmla="*/ 2160000 w 3317449"/>
              <a:gd name="csY3" fmla="*/ 4320000 h 4320000"/>
              <a:gd name="csX4" fmla="*/ 1130416 w 3317449"/>
              <a:gd name="csY4" fmla="*/ 4059300 h 4320000"/>
              <a:gd name="csX5" fmla="*/ 1027305 w 3317449"/>
              <a:gd name="csY5" fmla="*/ 3996659 h 4320000"/>
              <a:gd name="csX6" fmla="*/ 1253017 w 3317449"/>
              <a:gd name="csY6" fmla="*/ 3944871 h 4320000"/>
              <a:gd name="csX7" fmla="*/ 2648375 w 3317449"/>
              <a:gd name="csY7" fmla="*/ 3439656 h 4320000"/>
              <a:gd name="csX8" fmla="*/ 2863269 w 3317449"/>
              <a:gd name="csY8" fmla="*/ 3335935 h 4320000"/>
              <a:gd name="csX9" fmla="*/ 2160000 w 3317449"/>
              <a:gd name="csY9" fmla="*/ 0 h 4320000"/>
              <a:gd name="csX10" fmla="*/ 3175206 w 3317449"/>
              <a:gd name="csY10" fmla="*/ 252960 h 4320000"/>
              <a:gd name="csX11" fmla="*/ 3317449 w 3317449"/>
              <a:gd name="csY11" fmla="*/ 336250 h 4320000"/>
              <a:gd name="csX12" fmla="*/ 2885691 w 3317449"/>
              <a:gd name="csY12" fmla="*/ 1012414 h 4320000"/>
              <a:gd name="csX13" fmla="*/ 2802423 w 3317449"/>
              <a:gd name="csY13" fmla="*/ 961828 h 4320000"/>
              <a:gd name="csX14" fmla="*/ 2152910 w 3317449"/>
              <a:gd name="csY14" fmla="*/ 797365 h 4320000"/>
              <a:gd name="csX15" fmla="*/ 790275 w 3317449"/>
              <a:gd name="csY15" fmla="*/ 2160000 h 4320000"/>
              <a:gd name="csX16" fmla="*/ 1286148 w 3317449"/>
              <a:gd name="csY16" fmla="*/ 3211476 h 4320000"/>
              <a:gd name="csX17" fmla="*/ 1357032 w 3317449"/>
              <a:gd name="csY17" fmla="*/ 3264482 h 4320000"/>
              <a:gd name="csX18" fmla="*/ 1202302 w 3317449"/>
              <a:gd name="csY18" fmla="*/ 3307016 h 4320000"/>
              <a:gd name="csX19" fmla="*/ 553848 w 3317449"/>
              <a:gd name="csY19" fmla="*/ 3424336 h 4320000"/>
              <a:gd name="csX20" fmla="*/ 417140 w 3317449"/>
              <a:gd name="csY20" fmla="*/ 3433457 h 4320000"/>
              <a:gd name="csX21" fmla="*/ 383576 w 3317449"/>
              <a:gd name="csY21" fmla="*/ 3389131 h 4320000"/>
              <a:gd name="csX22" fmla="*/ 0 w 3317449"/>
              <a:gd name="csY22" fmla="*/ 2160000 h 4320000"/>
              <a:gd name="csX23" fmla="*/ 2160000 w 3317449"/>
              <a:gd name="csY23" fmla="*/ 0 h 432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317449" h="4320000">
                <a:moveTo>
                  <a:pt x="2884593" y="3324928"/>
                </a:moveTo>
                <a:lnTo>
                  <a:pt x="3302921" y="3990958"/>
                </a:lnTo>
                <a:lnTo>
                  <a:pt x="3235155" y="4033825"/>
                </a:lnTo>
                <a:cubicBezTo>
                  <a:pt x="2918545" y="4215880"/>
                  <a:pt x="2551432" y="4320000"/>
                  <a:pt x="2160000" y="4320000"/>
                </a:cubicBezTo>
                <a:cubicBezTo>
                  <a:pt x="1787208" y="4320000"/>
                  <a:pt x="1436474" y="4225560"/>
                  <a:pt x="1130416" y="4059300"/>
                </a:cubicBezTo>
                <a:lnTo>
                  <a:pt x="1027305" y="3996659"/>
                </a:lnTo>
                <a:lnTo>
                  <a:pt x="1253017" y="3944871"/>
                </a:lnTo>
                <a:cubicBezTo>
                  <a:pt x="1686774" y="3835367"/>
                  <a:pt x="2163315" y="3665843"/>
                  <a:pt x="2648375" y="3439656"/>
                </a:cubicBezTo>
                <a:cubicBezTo>
                  <a:pt x="2721134" y="3405728"/>
                  <a:pt x="2792793" y="3371127"/>
                  <a:pt x="2863269" y="3335935"/>
                </a:cubicBezTo>
                <a:close/>
                <a:moveTo>
                  <a:pt x="2160000" y="0"/>
                </a:moveTo>
                <a:cubicBezTo>
                  <a:pt x="2526968" y="0"/>
                  <a:pt x="2872562" y="91512"/>
                  <a:pt x="3175206" y="252960"/>
                </a:cubicBezTo>
                <a:lnTo>
                  <a:pt x="3317449" y="336250"/>
                </a:lnTo>
                <a:lnTo>
                  <a:pt x="2885691" y="1012414"/>
                </a:lnTo>
                <a:lnTo>
                  <a:pt x="2802423" y="961828"/>
                </a:lnTo>
                <a:cubicBezTo>
                  <a:pt x="2609347" y="856942"/>
                  <a:pt x="2388086" y="797365"/>
                  <a:pt x="2152910" y="797365"/>
                </a:cubicBezTo>
                <a:cubicBezTo>
                  <a:pt x="1400347" y="797365"/>
                  <a:pt x="790275" y="1407437"/>
                  <a:pt x="790275" y="2160000"/>
                </a:cubicBezTo>
                <a:cubicBezTo>
                  <a:pt x="790275" y="2583317"/>
                  <a:pt x="983306" y="2961548"/>
                  <a:pt x="1286148" y="3211476"/>
                </a:cubicBezTo>
                <a:lnTo>
                  <a:pt x="1357032" y="3264482"/>
                </a:lnTo>
                <a:lnTo>
                  <a:pt x="1202302" y="3307016"/>
                </a:lnTo>
                <a:cubicBezTo>
                  <a:pt x="970215" y="3365607"/>
                  <a:pt x="751864" y="3404929"/>
                  <a:pt x="553848" y="3424336"/>
                </a:cubicBezTo>
                <a:lnTo>
                  <a:pt x="417140" y="3433457"/>
                </a:lnTo>
                <a:lnTo>
                  <a:pt x="383576" y="3389131"/>
                </a:lnTo>
                <a:cubicBezTo>
                  <a:pt x="141719" y="3040241"/>
                  <a:pt x="0" y="2616671"/>
                  <a:pt x="0" y="2160000"/>
                </a:cubicBezTo>
                <a:cubicBezTo>
                  <a:pt x="0" y="967065"/>
                  <a:pt x="967065" y="0"/>
                  <a:pt x="2160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78B8FD">
                  <a:lumMod val="100000"/>
                </a:srgbClr>
              </a:gs>
              <a:gs pos="59000">
                <a:srgbClr val="5C81E6"/>
              </a:gs>
              <a:gs pos="71000">
                <a:srgbClr val="424CD0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>
              <a:gradFill>
                <a:gsLst>
                  <a:gs pos="100000">
                    <a:srgbClr val="404BCD"/>
                  </a:gs>
                  <a:gs pos="0">
                    <a:srgbClr val="78B8FD"/>
                  </a:gs>
                </a:gsLst>
                <a:lin ang="5400000" scaled="0"/>
              </a:gra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0664C2D-7CC0-1E3E-879F-624861F07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95" y="357099"/>
            <a:ext cx="2649439" cy="2649439"/>
          </a:xfrm>
          <a:prstGeom prst="rect">
            <a:avLst/>
          </a:prstGeom>
        </p:spPr>
      </p:pic>
      <p:sp>
        <p:nvSpPr>
          <p:cNvPr id="18" name="Zierrahmen 17">
            <a:extLst>
              <a:ext uri="{FF2B5EF4-FFF2-40B4-BE49-F238E27FC236}">
                <a16:creationId xmlns:a16="http://schemas.microsoft.com/office/drawing/2014/main" id="{A18A79C6-90B9-95B6-ACA9-0CF6CFE3CFCB}"/>
              </a:ext>
            </a:extLst>
          </p:cNvPr>
          <p:cNvSpPr/>
          <p:nvPr/>
        </p:nvSpPr>
        <p:spPr>
          <a:xfrm>
            <a:off x="7411000" y="907709"/>
            <a:ext cx="1446550" cy="1446550"/>
          </a:xfrm>
          <a:prstGeom prst="plaque">
            <a:avLst>
              <a:gd name="adj" fmla="val 50000"/>
            </a:avLst>
          </a:prstGeom>
          <a:gradFill>
            <a:gsLst>
              <a:gs pos="100000">
                <a:srgbClr val="78B8FD"/>
              </a:gs>
              <a:gs pos="0">
                <a:srgbClr val="424CD0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0" name="Freihandform: Form 29">
            <a:extLst>
              <a:ext uri="{FF2B5EF4-FFF2-40B4-BE49-F238E27FC236}">
                <a16:creationId xmlns:a16="http://schemas.microsoft.com/office/drawing/2014/main" id="{69E75D71-4DF2-B3B1-231E-8BC6CBEB4BC6}"/>
              </a:ext>
            </a:extLst>
          </p:cNvPr>
          <p:cNvSpPr/>
          <p:nvPr/>
        </p:nvSpPr>
        <p:spPr>
          <a:xfrm rot="20100000">
            <a:off x="2924452" y="2789937"/>
            <a:ext cx="6202067" cy="1923670"/>
          </a:xfrm>
          <a:custGeom>
            <a:avLst/>
            <a:gdLst>
              <a:gd name="csX0" fmla="*/ 6959414 w 7200000"/>
              <a:gd name="csY0" fmla="*/ 436472 h 1902169"/>
              <a:gd name="csX1" fmla="*/ 7038151 w 7200000"/>
              <a:gd name="csY1" fmla="*/ 501010 h 1902169"/>
              <a:gd name="csX2" fmla="*/ 7200000 w 7200000"/>
              <a:gd name="csY2" fmla="*/ 822169 h 1902169"/>
              <a:gd name="csX3" fmla="*/ 3600000 w 7200000"/>
              <a:gd name="csY3" fmla="*/ 1902169 h 1902169"/>
              <a:gd name="csX4" fmla="*/ 0 w 7200000"/>
              <a:gd name="csY4" fmla="*/ 822169 h 1902169"/>
              <a:gd name="csX5" fmla="*/ 1054416 w 7200000"/>
              <a:gd name="csY5" fmla="*/ 58493 h 1902169"/>
              <a:gd name="csX6" fmla="*/ 1268946 w 7200000"/>
              <a:gd name="csY6" fmla="*/ 0 h 1902169"/>
              <a:gd name="csX7" fmla="*/ 1133075 w 7200000"/>
              <a:gd name="csY7" fmla="*/ 54510 h 1902169"/>
              <a:gd name="csX8" fmla="*/ 584795 w 7200000"/>
              <a:gd name="csY8" fmla="*/ 592992 h 1902169"/>
              <a:gd name="csX9" fmla="*/ 3795158 w 7200000"/>
              <a:gd name="csY9" fmla="*/ 1556102 h 1902169"/>
              <a:gd name="csX10" fmla="*/ 7005519 w 7200000"/>
              <a:gd name="csY10" fmla="*/ 592993 h 1902169"/>
              <a:gd name="csX11" fmla="*/ 6988945 w 7200000"/>
              <a:gd name="csY11" fmla="*/ 494521 h 19021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7200000" h="1902169">
                <a:moveTo>
                  <a:pt x="6959414" y="436472"/>
                </a:moveTo>
                <a:lnTo>
                  <a:pt x="7038151" y="501010"/>
                </a:lnTo>
                <a:cubicBezTo>
                  <a:pt x="7143336" y="602464"/>
                  <a:pt x="7199999" y="710331"/>
                  <a:pt x="7200000" y="822169"/>
                </a:cubicBezTo>
                <a:cubicBezTo>
                  <a:pt x="7200000" y="1418637"/>
                  <a:pt x="5588225" y="1902169"/>
                  <a:pt x="3600000" y="1902169"/>
                </a:cubicBezTo>
                <a:cubicBezTo>
                  <a:pt x="1611775" y="1902169"/>
                  <a:pt x="0" y="1418637"/>
                  <a:pt x="0" y="822169"/>
                </a:cubicBezTo>
                <a:cubicBezTo>
                  <a:pt x="0" y="523935"/>
                  <a:pt x="402944" y="253935"/>
                  <a:pt x="1054416" y="58493"/>
                </a:cubicBezTo>
                <a:lnTo>
                  <a:pt x="1268946" y="0"/>
                </a:lnTo>
                <a:lnTo>
                  <a:pt x="1133075" y="54510"/>
                </a:lnTo>
                <a:cubicBezTo>
                  <a:pt x="786920" y="208223"/>
                  <a:pt x="584796" y="393526"/>
                  <a:pt x="584795" y="592992"/>
                </a:cubicBezTo>
                <a:cubicBezTo>
                  <a:pt x="584795" y="1124903"/>
                  <a:pt x="2022123" y="1556101"/>
                  <a:pt x="3795158" y="1556102"/>
                </a:cubicBezTo>
                <a:cubicBezTo>
                  <a:pt x="5568191" y="1556102"/>
                  <a:pt x="7005519" y="1124903"/>
                  <a:pt x="7005519" y="592993"/>
                </a:cubicBezTo>
                <a:cubicBezTo>
                  <a:pt x="7005519" y="559748"/>
                  <a:pt x="6999905" y="526897"/>
                  <a:pt x="6988945" y="494521"/>
                </a:cubicBezTo>
                <a:close/>
              </a:path>
            </a:pathLst>
          </a:custGeom>
          <a:gradFill flip="none" rotWithShape="1">
            <a:gsLst>
              <a:gs pos="0">
                <a:srgbClr val="7C6FE1"/>
              </a:gs>
              <a:gs pos="100000">
                <a:srgbClr val="424CD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100F5DC0-229C-1034-5678-A814FC0025A7}"/>
              </a:ext>
            </a:extLst>
          </p:cNvPr>
          <p:cNvSpPr/>
          <p:nvPr/>
        </p:nvSpPr>
        <p:spPr>
          <a:xfrm>
            <a:off x="2667000" y="0"/>
            <a:ext cx="6858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5285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8CDF04D5-40C1-D473-1A0C-67F3FD82D515}"/>
              </a:ext>
            </a:extLst>
          </p:cNvPr>
          <p:cNvSpPr/>
          <p:nvPr/>
        </p:nvSpPr>
        <p:spPr>
          <a:xfrm rot="19800000">
            <a:off x="162768" y="1719631"/>
            <a:ext cx="7200000" cy="1846906"/>
          </a:xfrm>
          <a:custGeom>
            <a:avLst/>
            <a:gdLst>
              <a:gd name="csX0" fmla="*/ 6765499 w 7200000"/>
              <a:gd name="csY0" fmla="*/ 252113 h 1846906"/>
              <a:gd name="csX1" fmla="*/ 7200000 w 7200000"/>
              <a:gd name="csY1" fmla="*/ 766906 h 1846906"/>
              <a:gd name="csX2" fmla="*/ 3600000 w 7200000"/>
              <a:gd name="csY2" fmla="*/ 1846906 h 1846906"/>
              <a:gd name="csX3" fmla="*/ 0 w 7200000"/>
              <a:gd name="csY3" fmla="*/ 766906 h 1846906"/>
              <a:gd name="csX4" fmla="*/ 1054416 w 7200000"/>
              <a:gd name="csY4" fmla="*/ 3231 h 1846906"/>
              <a:gd name="csX5" fmla="*/ 1066264 w 7200000"/>
              <a:gd name="csY5" fmla="*/ 0 h 1846906"/>
              <a:gd name="csX6" fmla="*/ 1043666 w 7200000"/>
              <a:gd name="csY6" fmla="*/ 9117 h 1846906"/>
              <a:gd name="csX7" fmla="*/ 500451 w 7200000"/>
              <a:gd name="csY7" fmla="*/ 545649 h 1846906"/>
              <a:gd name="csX8" fmla="*/ 3681164 w 7200000"/>
              <a:gd name="csY8" fmla="*/ 1505268 h 1846906"/>
              <a:gd name="csX9" fmla="*/ 6861878 w 7200000"/>
              <a:gd name="csY9" fmla="*/ 545649 h 1846906"/>
              <a:gd name="csX10" fmla="*/ 6718880 w 7200000"/>
              <a:gd name="csY10" fmla="*/ 260288 h 1846906"/>
              <a:gd name="csX11" fmla="*/ 6624488 w 7200000"/>
              <a:gd name="csY11" fmla="*/ 182480 h 18469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7200000" h="1846906">
                <a:moveTo>
                  <a:pt x="6765499" y="252113"/>
                </a:moveTo>
                <a:cubicBezTo>
                  <a:pt x="7042600" y="405142"/>
                  <a:pt x="7200000" y="580510"/>
                  <a:pt x="7200000" y="766906"/>
                </a:cubicBezTo>
                <a:cubicBezTo>
                  <a:pt x="7200000" y="1363374"/>
                  <a:pt x="5588225" y="1846906"/>
                  <a:pt x="3600000" y="1846906"/>
                </a:cubicBezTo>
                <a:cubicBezTo>
                  <a:pt x="1611775" y="1846906"/>
                  <a:pt x="0" y="1363374"/>
                  <a:pt x="0" y="766906"/>
                </a:cubicBezTo>
                <a:cubicBezTo>
                  <a:pt x="0" y="468672"/>
                  <a:pt x="402944" y="198672"/>
                  <a:pt x="1054416" y="3231"/>
                </a:cubicBezTo>
                <a:lnTo>
                  <a:pt x="1066264" y="0"/>
                </a:lnTo>
                <a:lnTo>
                  <a:pt x="1043666" y="9117"/>
                </a:lnTo>
                <a:cubicBezTo>
                  <a:pt x="700708" y="162273"/>
                  <a:pt x="500451" y="346905"/>
                  <a:pt x="500451" y="545649"/>
                </a:cubicBezTo>
                <a:cubicBezTo>
                  <a:pt x="500450" y="1075632"/>
                  <a:pt x="1924505" y="1505268"/>
                  <a:pt x="3681164" y="1505268"/>
                </a:cubicBezTo>
                <a:cubicBezTo>
                  <a:pt x="5437825" y="1505268"/>
                  <a:pt x="6861879" y="1075632"/>
                  <a:pt x="6861878" y="545649"/>
                </a:cubicBezTo>
                <a:cubicBezTo>
                  <a:pt x="6861878" y="446277"/>
                  <a:pt x="6811814" y="350433"/>
                  <a:pt x="6718880" y="260288"/>
                </a:cubicBezTo>
                <a:lnTo>
                  <a:pt x="6624488" y="182480"/>
                </a:lnTo>
                <a:close/>
              </a:path>
            </a:pathLst>
          </a:custGeom>
          <a:gradFill>
            <a:gsLst>
              <a:gs pos="100000">
                <a:srgbClr val="7C6FE1"/>
              </a:gs>
              <a:gs pos="0">
                <a:srgbClr val="424CD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C6FF0E6-4E39-6A20-A086-1E7BC09924AD}"/>
              </a:ext>
            </a:extLst>
          </p:cNvPr>
          <p:cNvSpPr/>
          <p:nvPr/>
        </p:nvSpPr>
        <p:spPr>
          <a:xfrm rot="19800000">
            <a:off x="3280507" y="3042693"/>
            <a:ext cx="7200000" cy="2160000"/>
          </a:xfrm>
          <a:prstGeom prst="ellipse">
            <a:avLst/>
          </a:prstGeom>
          <a:gradFill>
            <a:gsLst>
              <a:gs pos="100000">
                <a:srgbClr val="7C6FE1"/>
              </a:gs>
              <a:gs pos="0">
                <a:srgbClr val="424CD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3D62D169-E9A3-EB61-1F83-FA51E5E46D59}"/>
              </a:ext>
            </a:extLst>
          </p:cNvPr>
          <p:cNvSpPr/>
          <p:nvPr/>
        </p:nvSpPr>
        <p:spPr>
          <a:xfrm rot="19800000">
            <a:off x="3724568" y="2863533"/>
            <a:ext cx="6420723" cy="192621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CCB98D3A-CEF0-BE6D-8279-E05FD762A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72" y="339690"/>
            <a:ext cx="2388551" cy="238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143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Breitbild</PresentationFormat>
  <Paragraphs>2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Noto Sans ExtraBold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Kurt Söser</dc:creator>
  <cp:lastModifiedBy>Kurt Söser</cp:lastModifiedBy>
  <cp:revision>1</cp:revision>
  <dcterms:created xsi:type="dcterms:W3CDTF">2026-05-18T07:02:05Z</dcterms:created>
  <dcterms:modified xsi:type="dcterms:W3CDTF">2026-05-18T08:02:23Z</dcterms:modified>
</cp:coreProperties>
</file>